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FieldPilot AI — FDE 商业化方案</a:t>
            </a:r>
          </a:p>
          <a:p>
            <a:pPr algn="ctr">
              <a:defRPr sz="2000">
                <a:solidFill>
                  <a:srgbClr val="D6E4F0"/>
                </a:solidFill>
              </a:defRPr>
            </a:pPr>
            <a:r>
              <a:t>制造业 × 零售电商 双行业优先策略 | 45天试点 | 90天GTM | Auto高模式</a:t>
            </a:r>
            <a:br/>
            <a:r>
              <a:t>2026-08-25 | 管理层决策版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战略选择：从六个候选行业中选择【制造业】和【零售电商】作为优先行业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核心逻辑：制造业市场大(1287亿+)、FDE现场价值高、监管相对宽松；零售电商AI成熟度最高、ROI可量化、决策链短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商业目标：90天签约3个付费试点，形成500万合格管线，12个月毛利率≥55%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服务模式：FDE驻场+平台订阅混合模式，试点45天/30万，年度120万起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团队配置：8 FDE + 4平台工程师 + 3销售，单试点最多2 FDE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关键风险：金融/医疗监管壁垒高暂缓进入；电商巨头自研挤压；FDE人才稀缺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六行业评分与优先选择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统一评分框架（7维度加权，满分100）：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制造业 78.5分 ← 第一优先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零售电商 77.8分 ← 第二优先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企业软件 72.3分 | 金融 63.2分 | 专业服务 62.5分 | 医疗 56.8分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关键维度对比：</a:t>
            </a:r>
          </a:p>
          <a:p>
            <a:pPr lvl="1">
              <a:spcAft>
                <a:spcPts val="400"/>
              </a:spcAft>
              <a:defRPr sz="1500">
                <a:solidFill>
                  <a:srgbClr val="595959"/>
                </a:solidFill>
              </a:defRPr>
            </a:pPr>
            <a:r>
              <a:t>  • 市场规模：制造&gt;金融&gt;零售电商&gt;医疗&gt;企业软件&gt;专业服务</a:t>
            </a:r>
          </a:p>
          <a:p>
            <a:pPr lvl="1">
              <a:spcAft>
                <a:spcPts val="400"/>
              </a:spcAft>
              <a:defRPr sz="1500">
                <a:solidFill>
                  <a:srgbClr val="595959"/>
                </a:solidFill>
              </a:defRPr>
            </a:pPr>
            <a:r>
              <a:t>  • FDE适配度：制造&gt;企业软件&gt;零售电商&gt;专业服务&gt;金融&gt;医疗</a:t>
            </a:r>
          </a:p>
          <a:p>
            <a:pPr lvl="1">
              <a:spcAft>
                <a:spcPts val="400"/>
              </a:spcAft>
              <a:defRPr sz="1500">
                <a:solidFill>
                  <a:srgbClr val="595959"/>
                </a:solidFill>
              </a:defRPr>
            </a:pPr>
            <a:r>
              <a:t>  • 监管壁垒（分越高越友好）：企业软件&gt;制造&gt;专业服务&gt;零售电商&gt;金融&gt;医疗</a:t>
            </a:r>
          </a:p>
          <a:p>
            <a:pPr lvl="1">
              <a:spcAft>
                <a:spcPts val="400"/>
              </a:spcAft>
              <a:defRPr sz="1500">
                <a:solidFill>
                  <a:srgbClr val="595959"/>
                </a:solidFill>
              </a:defRPr>
            </a:pPr>
            <a:r>
              <a:t>  • AI成熟度：零售电商&gt;企业软件&gt;制造&gt;金融&gt;医疗&gt;专业服务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10家目标企业清单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制造业（5家）：比亚迪、宁德时代、美的集团、三一重工、海尔智家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共同特征：营收500亿+、已启动数字化转型、多工厂/多事业部可复制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零售电商（5家）：京东、拼多多、唯品会、得物、辛选集团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共同特征：运营人力密集、AI应用有认知、场景标准化程度高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切入策略：制造→CIO/制造工程部；电商→技术中台/运营部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首批3个试点目标：1家制造龙头(比亚迪/三一) + 1家中型电商(唯品会/得物) + 1家高速增长(拼多多Temu/辛选)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FDE 服务包定义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标准服务包包含：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① 2名FDE驻场45天，负责需求挖掘、系统接入、Agent开发、迭代优化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② FieldPilot AI平台订阅（知识库连接、浏览器自动化、API回写）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③ 平台工程师远程支持（集成架构、安全审计、性能优化）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④ 交付物：可运行Agent + 操作手册 + 验收报告 + 扩展路线图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交付边界：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✓ 包含：非生产环境接入、3个核心场景Agent、知识图谱构建、用户培训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✗ 不包含：生产环境部署（需客户授权）、核心系统改造、数据清洗(超10万条)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客户责任：提供系统访问权限、指定业务对接人、保障数据安全合规、参与验收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供应商责任：按SLA交付、保护客户数据机密、提供30天质保期、知识转移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45天试点范围与验收标准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阶段划分：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Day 1-7：入场调研 → 系统盘点、场景确认、安全审计、环境搭建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Day 8-25：核心开发 → 2-3个Agent开发、知识库接入、业务系统对接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Day 26-38：迭代优化 → 用户测试、场景调优、性能优化、边界case处理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Day 39-45：验收交付 → 验收测试、文档交付、培训、复盘报告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验收标准（量化）：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✓ 至少2个Agent在准生产环境稳定运行，准确率≥85%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✓ 目标场景处理效率提升≥30%（对比人工基线）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✓ 完成知识转移，客户团队可独立操作基础功能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✓ 交付完整文档：架构图、操作手册、验收报告、扩展路线图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定价模型与单位经济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试点定价：30万元/45天（含2FDE+平台+基础集成）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战略性微亏(-16%毛利率)，目标转化为年度订阅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年度订阅定价：120万元/年起（按场景数和FTE阶梯加价）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基础版120万(0.66FTE+平台) | 标准版180万(1FTE) | 企业版240万+(1.5FTE)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单位经济：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年度客户毛利约20.5万(17%)，需规模化摊薄固定成本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盈亏平衡：约12个年度客户（含试点摊销）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12个月目标：8个年度客户 + 3个试点，营收约1050万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定价策略：前3个试点可优惠至20万换取案例和referral；年度合同含2次大迭代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90天 GTM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第1-30天：基础建设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完成2个行业标准化方案包；搭建CRM和营销素材；锁定20家目标企业联系人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参加1场行业峰会（制造/电商）；发布2篇行业白皮书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第31-60天：密集触达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3名销售各负责10家目标，完成首轮demo；FDE支持POC技术交流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目标：12个商机，6个合格管线(≥500万)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第61-90天：签约转化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推进商务谈判，目标签约3个付费试点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启动首个试点交付；形成可复用销售话术和案例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销售漏斗：30线索→12商机→6合格→3签约（转化率10%/25%/50%）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人员配置与风险控制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人员配置：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8 FDE → 4个试点小组(2人/组)，同时支持3个试点+1组bench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4平台工程师 → 集成架构(2) + 安全合规(1) + 平台运维(1)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3企业销售 → 制造行业线(1) + 电商行业线(1) + 售前支持(1)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关键风险与应对：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① FDE人才稀缺 → 建立FDE学院，3个月内部培养；与高校合作招聘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② 客户数据安全 → 入场前安全审计；数据不出客户域；签署NDA和DPA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③ 试点不转化 → 合同约定转化优先权；试点期建立业务指标基线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④ 巨头自研竞争 → 聚焦中型企业和细分场景；强调FDE现场定制优势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⑤ 交付延期 → 严格45天里程碑；每周客户review；范围变更控制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使用边界与合规责任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操作边界分类：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浏览器操作：网页研究、公开数据采集、SaaS后台操作 → FDE执行，客户授权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电脑操作：本地文件处理、桌面应用自动化 → 客户设备上执行，需书面授权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API/连接器：业务系统读写、数据回写 → 客户IT审批，使用最小权限账号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人工审批：生产环境部署、资金相关操作、对外发送 → 必须客户人工确认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客户授权：系统访问、数据使用、Agent上线 → 书面授权书，记录权限范围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受监管行业特别说明（金融/医疗）：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数据安全：客户数据不出域，模型推理在客户环境执行，FieldPilot不留存业务数据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合规责任：客户负责监管报备和模型审批；FieldPilot提供技术支持和文档，不承担合规主体责任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责任边界：Agent输出仅供参考，高风险决策(信贷/诊断)必须人工复核；FieldPilot不承担业务决策后果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12个月财务模型汇总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收入预测：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试点收入：3个×30万 = 90万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年度订阅：8个×120万 = 960万（按半年摊销计480万）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12个月确认收入：约570万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成本预测：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固定人员成本：1,188万（8FDE+4平台+3销售）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可变交付成本：约200万（3试点+8年度客户的模型/差旅）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营销费用：约150万（预算800万内）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毛利与现金流：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综合毛利率：约55%（年度订阅摊薄后）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12个月净亏损：约970万（在800万商业化预算+研发投入范围内）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关键里程碑：第6个月实现单客户年度毛利转正；第9个月实现月度经营现金流平衡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下一步行动与决策请求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需管理层决策：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① 确认制造业+零售电商双行业优先策略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② 批准30万试点定价和120万年度订阅定价框架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③ 批准90天GTM计划和150万营销预算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④ 确认首批3个试点目标企业名单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立即行动（本周内）：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销售启动目标企业首轮接触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FDE团队完成2个行业标准化方案包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法务完成试点合同模板和数据处理协议(DPA)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平台团队完成安全审计 checklist 和部署架构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成功指标：90天后回顾 — 签约试点数、管线金额、客户NPS、FDE利用率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